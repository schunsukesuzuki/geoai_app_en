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E8g78/F3ISFs898h/M5/juzRc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GeoAI Roadmap Draft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74980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Prototype → Product → World Model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548640" y="102412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548640" y="123444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English version for interview discussion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1600200"/>
            <a:ext cx="649224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49808" y="1828800"/>
            <a:ext cx="6035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Starting from a working short-term prototype, the plan is to evolve it into an operational decision-support product and, on that trajectory, gradually extend it toward a world-model-like regional simulation layer.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0" y="160020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this deck is meant to show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315200" y="1938528"/>
            <a:ext cx="42062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Ability to connect thought, design, and implementation coherently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decision-support workflow rather than a static analytics dashboard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path beyond PoC toward constraint-aware simulation and operations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future extension toward world-model-like regional dynamics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48640" y="384048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Guiding principles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40" y="4160520"/>
            <a:ext cx="1463040" cy="310896"/>
          </a:xfrm>
          <a:prstGeom prst="roundRect">
            <a:avLst>
              <a:gd fmla="val 23529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48640" y="418795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Prototype First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148840" y="4160520"/>
            <a:ext cx="1234440" cy="310896"/>
          </a:xfrm>
          <a:prstGeom prst="roundRect">
            <a:avLst>
              <a:gd fmla="val 23529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2148840" y="418795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Auditability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520440" y="4160520"/>
            <a:ext cx="2057400" cy="310896"/>
          </a:xfrm>
          <a:prstGeom prst="roundRect">
            <a:avLst>
              <a:gd fmla="val 23529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3520440" y="4187952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Constraint-aware Simulation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715000" y="4160520"/>
            <a:ext cx="1600200" cy="310896"/>
          </a:xfrm>
          <a:prstGeom prst="roundRect">
            <a:avLst>
              <a:gd fmla="val 23529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5715000" y="4187952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World-Model Ready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48640" y="4709160"/>
            <a:ext cx="67665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This prototype is not presented as a finished product. It is meant to make the architecture visible: how regional data is transformed into scenarios, how scenarios are compared and explained, and how that loop can later be extended into a dynamic simulation layer.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9235440" y="6419088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Draft for interview discussion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C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Phased Roadmap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74980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Rough durations and sequencing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548640" y="102412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2"/>
          <p:cNvSpPr/>
          <p:nvPr/>
        </p:nvSpPr>
        <p:spPr>
          <a:xfrm>
            <a:off x="640080" y="1325880"/>
            <a:ext cx="356616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40080" y="1325880"/>
            <a:ext cx="100584" cy="14630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22960" y="14356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Phase 1  Prototype Stabilization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291840" y="141732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3291840" y="14447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0–2 months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22960" y="1746504"/>
            <a:ext cx="32461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Refine UI/UX and workflow clarity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Stabilize spatial data input/output including GeoJSON and GeoPandas handling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Tighten scenario comparison, explanation, and decision logging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Ensure minimum reproducibility for demos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343400" y="1325880"/>
            <a:ext cx="356616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343400" y="1325880"/>
            <a:ext cx="100584" cy="146304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526280" y="14356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Phase 2  Productization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995160" y="141732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995160" y="14447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2–5 months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26280" y="1746504"/>
            <a:ext cx="32461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Set up data pipelines and job management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Add the operational basics: permissions, auditability, logging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Clarify metrics and evaluation design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Make the system usable for customer-facing PoCs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046720" y="1325880"/>
            <a:ext cx="356616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046720" y="1325880"/>
            <a:ext cx="100584" cy="146304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8229600" y="14356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Phase 3  Constraint Simulation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698480" y="141732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10698480" y="14447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5–9 months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229600" y="1746504"/>
            <a:ext cx="32461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Add constraint-aware simulation for facility placement, mobility, and demographics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Enable comparison across policy and investment options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Strengthen explainability, counterfactual analysis, and sensitivity analysis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Shift from static forecasts to dynamic comparison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468880" y="3154680"/>
            <a:ext cx="356616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2468880" y="3154680"/>
            <a:ext cx="100584" cy="15544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651760" y="32644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Phase 4  Toward a World Model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120640" y="324612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5120640" y="32735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9–15 months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2651760" y="3575304"/>
            <a:ext cx="324612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Encode regional condition into a latent state representation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Model transitions with actions, policies, and exogenous shocks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Support long-horizon rollout and scenario branching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Reuse existing predictors as components rather than discard them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172200" y="3154680"/>
            <a:ext cx="36118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172200" y="3154680"/>
            <a:ext cx="100584" cy="155448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6355080" y="3264408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Phase 5  Operational Decision Platform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869680" y="324612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8869680" y="32735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15+ months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355080" y="3575304"/>
            <a:ext cx="329184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Integrate into a decision-support platform for municipalities and infrastructure operators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Support interactive simulation and recommendation workflows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Keep human-in-the-loop judgment explicit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Adapt to data restrictions and closed customer environments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77240" y="5623560"/>
            <a:ext cx="2011680" cy="411480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1097280" y="5715000"/>
            <a:ext cx="1371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Static forecast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2788920" y="5623560"/>
            <a:ext cx="2560320" cy="411480"/>
          </a:xfrm>
          <a:prstGeom prst="chevron">
            <a:avLst>
              <a:gd fmla="val 50000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3154680" y="5715000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Constraint simulation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349240" y="5623560"/>
            <a:ext cx="2743200" cy="411480"/>
          </a:xfrm>
          <a:prstGeom prst="chevron">
            <a:avLst>
              <a:gd fmla="val 50000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5669280" y="5715000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World-model extension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8092440" y="5623560"/>
            <a:ext cx="2743200" cy="411480"/>
          </a:xfrm>
          <a:prstGeom prst="chevron">
            <a:avLst>
              <a:gd fmla="val 50000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8458200" y="5715000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Operational product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9235440" y="6419088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Draft for interview discussion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C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Why move toward a World Model?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48640" y="74980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From static prediction to adaptive regional simulation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48640" y="102412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40080" y="1417320"/>
            <a:ext cx="352044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640080" y="1417320"/>
            <a:ext cx="100584" cy="192024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822960" y="1527048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Limits of a conventional forecasting stack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246120" y="150876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246120" y="153619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822960" y="1837944"/>
            <a:ext cx="3200400" cy="140817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It tends to focus on one-year or one-metric prediction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Chains of policy intervention and shock propagation are difficult to represent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Interactions between districts or regions are under-modeled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Policy comparison risks becoming guesswork rather than structured explanation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343400" y="1417320"/>
            <a:ext cx="352044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343400" y="1417320"/>
            <a:ext cx="100584" cy="19202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526280" y="1527048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a world-model direction adds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949440" y="150876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949440" y="153619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26280" y="1837944"/>
            <a:ext cx="3200400" cy="140817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Maintain temporal regional condition as latent dynamics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Treat policy, investment, retreat, and reallocation as actions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Roll out multiple futures under exogenous variables and uncertainty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Support scenario branching for long-term consensus building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8046720" y="1417320"/>
            <a:ext cx="352044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8046720" y="1417320"/>
            <a:ext cx="100584" cy="19202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8229600" y="1527048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this fits this company context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0652760" y="150876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10652760" y="153619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8229600" y="1837944"/>
            <a:ext cx="3200400" cy="140817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Population dynamics, vacant housing, facility access, and infrastructure renewal can be unified more naturally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outputs align directly with municipal and infrastructure decision-making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GIS, generative AI, and simulation can be combined within one product logic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It supports a strong loop between R&amp;D and productization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40080" y="38862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 other words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40080" y="4187952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point is not to force a large research system into the prototype immediately. The point is to keep the current prototype aligned with a computational decomposition that can later be extended into dynamic regional state, intervention effects, and long-horizon rollout.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9235440" y="6419088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Draft for interview discussion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Transition Architecture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48640" y="74980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Keep the current app valuable while enabling the next layer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4"/>
          <p:cNvCxnSpPr/>
          <p:nvPr/>
        </p:nvCxnSpPr>
        <p:spPr>
          <a:xfrm>
            <a:off x="548640" y="102412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4"/>
          <p:cNvSpPr/>
          <p:nvPr/>
        </p:nvSpPr>
        <p:spPr>
          <a:xfrm>
            <a:off x="1828800" y="1417320"/>
            <a:ext cx="850392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2057400" y="152704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Data Layer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069080" y="1527048"/>
            <a:ext cx="5897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Public statistics / GIS / registries / administrative forms / external events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715000" y="2093976"/>
            <a:ext cx="457200" cy="228600"/>
          </a:xfrm>
          <a:prstGeom prst="chevron">
            <a:avLst>
              <a:gd fmla="val 50000" name="adj"/>
            </a:avLst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1828800" y="2313432"/>
            <a:ext cx="850392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2057400" y="242316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Current App Layer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069080" y="2423160"/>
            <a:ext cx="5897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Visualization / comparison / explanation / decision recording / human judgment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715000" y="2990088"/>
            <a:ext cx="457200" cy="228600"/>
          </a:xfrm>
          <a:prstGeom prst="chevron">
            <a:avLst>
              <a:gd fmla="val 50000" name="adj"/>
            </a:avLst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1828800" y="3209544"/>
            <a:ext cx="850392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2057400" y="331927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Predictive &amp; Constraint Layer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069080" y="3319272"/>
            <a:ext cx="5897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Predictors / counterfactuals / constraint-aware simulation / policy evaluation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715000" y="3886200"/>
            <a:ext cx="457200" cy="228600"/>
          </a:xfrm>
          <a:prstGeom prst="chevron">
            <a:avLst>
              <a:gd fmla="val 50000" name="adj"/>
            </a:avLst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1828800" y="4105656"/>
            <a:ext cx="850392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2057400" y="4215384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World Model Layer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069080" y="4215384"/>
            <a:ext cx="5897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State encoder / latent transition / action-conditioned rollout / branching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715000" y="4782312"/>
            <a:ext cx="457200" cy="228600"/>
          </a:xfrm>
          <a:prstGeom prst="chevron">
            <a:avLst>
              <a:gd fmla="val 50000" name="adj"/>
            </a:avLst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1828800" y="5001768"/>
            <a:ext cx="850392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2057400" y="511149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Decision Platform Layer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069080" y="5111496"/>
            <a:ext cx="5897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Recommendation generation / consensus support / audit logs / customer environment adaptation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822960" y="58064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 point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828800" y="5742432"/>
            <a:ext cx="8961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Do not discard the current app. Add simulation and world-model layers above it. The prototype remains useful as the interface for comparison, explanation, decision logging, and human-in-the-loop review.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9235440" y="6419088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Draft for interview discussion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Interview Framing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48640" y="74980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How to explain this roadmap clearly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5"/>
          <p:cNvCxnSpPr/>
          <p:nvPr/>
        </p:nvCxnSpPr>
        <p:spPr>
          <a:xfrm>
            <a:off x="548640" y="102412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5"/>
          <p:cNvSpPr/>
          <p:nvPr/>
        </p:nvSpPr>
        <p:spPr>
          <a:xfrm>
            <a:off x="731520" y="1463040"/>
            <a:ext cx="5577840" cy="283464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731520" y="1463040"/>
            <a:ext cx="100584" cy="28346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914400" y="15727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to position it in conversation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394960" y="155448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5394960" y="158191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914400" y="1883664"/>
            <a:ext cx="5257800" cy="232257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Because the time window was short, the first goal was to make the minimum decision workflow actually run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next step is to stabilize data operations and add constraint-aware simulation so that PoCs can be used in real work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From there, a world-model-like layer can be added on top to handle temporal regional state and long-horizon scenario branching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 the current app is not the final product; it is the first scaffold connecting thought, design, and implementation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583680" y="1463040"/>
            <a:ext cx="4663440" cy="1828800"/>
          </a:xfrm>
          <a:prstGeom prst="roundRect">
            <a:avLst>
              <a:gd fmla="val 4000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6812273" y="1691649"/>
            <a:ext cx="297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One-sentence summary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812280" y="1993392"/>
            <a:ext cx="4069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i="0" lang="en-US" sz="1200" u="none" cap="none" strike="noStrike">
                <a:solidFill>
                  <a:srgbClr val="0F172A"/>
                </a:solidFill>
              </a:rPr>
              <a:t>Not a static forecasting dashboard, but an initial decision-support platform that can later evolve toward a world model.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583673" y="3657600"/>
            <a:ext cx="310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should be evaluated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583680" y="3977640"/>
            <a:ext cx="868680" cy="310896"/>
          </a:xfrm>
          <a:prstGeom prst="roundRect">
            <a:avLst>
              <a:gd fmla="val 23529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6583680" y="4005072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Thought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7543800" y="3977640"/>
            <a:ext cx="868680" cy="310896"/>
          </a:xfrm>
          <a:prstGeom prst="roundRect">
            <a:avLst>
              <a:gd fmla="val 23529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7543800" y="4005072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8503920" y="3977640"/>
            <a:ext cx="1188720" cy="310896"/>
          </a:xfrm>
          <a:prstGeom prst="roundRect">
            <a:avLst>
              <a:gd fmla="val 23529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8503920" y="400507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9784080" y="3977640"/>
            <a:ext cx="1325880" cy="310896"/>
          </a:xfrm>
          <a:prstGeom prst="roundRect">
            <a:avLst>
              <a:gd fmla="val 23529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9784080" y="400507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Future extension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31520" y="49834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Durations are intentionally rough. The purpose is to show sequencing and architectural direction, not a rigid delivery plan.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9235440" y="6419088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Prepared for discussion; durations are intentionally rough.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C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Implemented Design (Current Prototype)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48640" y="74980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What is already implemented in the shared app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548640" y="102412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6"/>
          <p:cNvSpPr/>
          <p:nvPr/>
        </p:nvSpPr>
        <p:spPr>
          <a:xfrm>
            <a:off x="640080" y="1325880"/>
            <a:ext cx="356616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640080" y="1325880"/>
            <a:ext cx="100584" cy="15087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822960" y="14356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Frontend / React + Vite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291840" y="141732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3291840" y="14447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822960" y="1746504"/>
            <a:ext cx="324612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App.jsx orchestrates state and workflow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api.js calls FastAPI endpoints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Components cover the map, ranking, scenario comparison, explanation, decision bar, export, and 3D viewer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343400" y="1325880"/>
            <a:ext cx="356616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4343400" y="1325880"/>
            <a:ext cx="100584" cy="150876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4526280" y="14356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Backend / FastAPI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6995160" y="141732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6995160" y="14447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526280" y="1746504"/>
            <a:ext cx="324612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main.py holds API routes and core workflow logic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Scenario generation, comparison, explanation, decision recording, and audit persistence are already connected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prototype intentionally keeps workflow logic close together for readability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8046720" y="1325880"/>
            <a:ext cx="356616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8046720" y="1325880"/>
            <a:ext cx="100584" cy="150876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8229600" y="14356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Artifacts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10698480" y="141732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10698480" y="14447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229600" y="1746504"/>
            <a:ext cx="324612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JSON / GeoJSON / CSV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Region metrics, model info, regions, facilities, accessibility summaries, decisions, and audit snapshots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828800" y="3154680"/>
            <a:ext cx="379476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1828800" y="3154680"/>
            <a:ext cx="100584" cy="132588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2011680" y="3264408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Build / Refresh Scripts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709160" y="324612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4709160" y="32735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2011680" y="3575304"/>
            <a:ext cx="3474720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Public data fetch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Region metric rebuild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Healthcare slice, timeline, and asset-registry generation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5897880" y="3154680"/>
            <a:ext cx="48006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5897880" y="3154680"/>
            <a:ext cx="100584" cy="13258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6080760" y="3264408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Current End-to-End Workflow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9784080" y="324612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9784080" y="327355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080760" y="3575304"/>
            <a:ext cx="4480560" cy="81381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Metrics calculation → scenario generation → comparison → structured explanation → agent explanation → decision record → audit / report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design center is not only prediction, but an explainable decision workflow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40080" y="502920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this proves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2377440" y="5001748"/>
            <a:ext cx="868800" cy="310800"/>
          </a:xfrm>
          <a:prstGeom prst="roundRect">
            <a:avLst>
              <a:gd fmla="val 23529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2377440" y="5029180"/>
            <a:ext cx="86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Thought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337560" y="5001748"/>
            <a:ext cx="868800" cy="310800"/>
          </a:xfrm>
          <a:prstGeom prst="roundRect">
            <a:avLst>
              <a:gd fmla="val 23529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337560" y="5029180"/>
            <a:ext cx="86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297680" y="5001748"/>
            <a:ext cx="1188600" cy="310800"/>
          </a:xfrm>
          <a:prstGeom prst="roundRect">
            <a:avLst>
              <a:gd fmla="val 23529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4297680" y="5029180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40080" y="5532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Files reflected here: frontend/src/*, backend/app/main.py, backend/app/data/*, backend/scripts/*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9235440" y="6419088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Implemented architecture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C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Implemented Core Logic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48640" y="74980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What the current prototype already computes beyond the UI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7"/>
          <p:cNvCxnSpPr/>
          <p:nvPr/>
        </p:nvCxnSpPr>
        <p:spPr>
          <a:xfrm>
            <a:off x="548640" y="102412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7"/>
          <p:cNvSpPr/>
          <p:nvPr/>
        </p:nvSpPr>
        <p:spPr>
          <a:xfrm>
            <a:off x="502920" y="1417320"/>
            <a:ext cx="2788920" cy="3108960"/>
          </a:xfrm>
          <a:prstGeom prst="roundRect">
            <a:avLst>
              <a:gd fmla="val 19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502920" y="1417320"/>
            <a:ext cx="2788920" cy="2926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12648" y="17830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Ingest / Normalize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12648" y="208483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80"/>
              <a:buFont typeface="Arial"/>
              <a:buNone/>
            </a:pPr>
            <a:r>
              <a:rPr b="1" i="0" lang="en-US" sz="118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Spatial + tabular inputs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12648" y="2304288"/>
            <a:ext cx="254203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regions.geojson, facility JSON, accessibility summaries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Healthcare timelines, priority profiles, 3D asset bindings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Source metadata and refresh candidates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401568" y="1417320"/>
            <a:ext cx="2788920" cy="3108960"/>
          </a:xfrm>
          <a:prstGeom prst="roundRect">
            <a:avLst>
              <a:gd fmla="val 19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3401568" y="1417320"/>
            <a:ext cx="2788920" cy="292608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3511296" y="17830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Scenario Risk Engine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3511296" y="208483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180"/>
              <a:buFont typeface="Arial"/>
              <a:buNone/>
            </a:pPr>
            <a:r>
              <a:rPr b="1" i="0" lang="en-US" sz="118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Weighted risk scoring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3511296" y="2304288"/>
            <a:ext cx="254203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Baseline = aging×0.30 + vacancy×0.20 + depopulation×0.25 + medical access×0.25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Scenario modifiers change each driver by policy focus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Scenario intensity and total risk are recalculated per prefecture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300216" y="1417320"/>
            <a:ext cx="2788920" cy="3108960"/>
          </a:xfrm>
          <a:prstGeom prst="roundRect">
            <a:avLst>
              <a:gd fmla="val 19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6300216" y="1417320"/>
            <a:ext cx="2788920" cy="292608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6409944" y="17830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Compare / Explain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6409944" y="208483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80"/>
              <a:buFont typeface="Arial"/>
              <a:buNone/>
            </a:pPr>
            <a:r>
              <a:rPr b="1" i="0" lang="en-US" sz="118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Shock + uncertainty layer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409944" y="2304288"/>
            <a:ext cx="254203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Shock library: energy / food / migration pressure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Deterministic seed + simulated risk distribution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Structured explanation plus optional LLM explainer over normalized payload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9198864" y="1417320"/>
            <a:ext cx="2788920" cy="3108960"/>
          </a:xfrm>
          <a:prstGeom prst="roundRect">
            <a:avLst>
              <a:gd fmla="val 19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9198864" y="1417320"/>
            <a:ext cx="2788920" cy="2926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9308592" y="17830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4. Decision Layer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9308592" y="208483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80"/>
              <a:buFont typeface="Arial"/>
              <a:buNone/>
            </a:pPr>
            <a:r>
              <a:rPr b="1" i="0" lang="en-US" sz="118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Decision and audit outputs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9308592" y="2304288"/>
            <a:ext cx="254203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Decision creation with status and rationale tags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Audit events, snapshots, and chain links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Memo / comparison report generation for stakeholders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94360" y="480060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94360" y="5102352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The core is not the UI look-and-feel. The real center is that regional condition is transformed into policy-aware scenarios, then closed through explanation, decision, and audit.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94360" y="56692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Bridge to world model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2148840" y="5632704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This deterministic core can be extended into state transition, intervention dynamics, and multi-step rollout without rewriting the decomposition from scratch.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9235440" y="6419088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Current analytical center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/>
          <p:nvPr/>
        </p:nvSpPr>
        <p:spPr>
          <a:xfrm>
            <a:off x="548640" y="32004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Algorithmic Nucleus to Evolve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548640" y="74980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The minimal computational core that can later transition toward a world model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p8"/>
          <p:cNvCxnSpPr/>
          <p:nvPr/>
        </p:nvCxnSpPr>
        <p:spPr>
          <a:xfrm>
            <a:off x="548640" y="1024128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8"/>
          <p:cNvSpPr/>
          <p:nvPr/>
        </p:nvSpPr>
        <p:spPr>
          <a:xfrm>
            <a:off x="640080" y="1417320"/>
            <a:ext cx="530352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640080" y="1417320"/>
            <a:ext cx="100584" cy="20574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822960" y="1527048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Current deterministic core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029200" y="150876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5029200" y="153619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822960" y="1837944"/>
            <a:ext cx="4983480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Inputs: prefecture features, facilities / healthcare areas, accessibility and timeline artifacts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Operators: scenario-specific modifier maps, weighted score aggregation, shock profile generation, simulated risk distribution, structured explanation builder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Outputs: ranked regions, scenario deltas, recommendation reasons, auditable decision objects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6172200" y="1417320"/>
            <a:ext cx="512064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6172200" y="1417320"/>
            <a:ext cx="100584" cy="20574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6355080" y="1527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Missing dynamic layer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10378440" y="150876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10378440" y="153619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6355080" y="1837944"/>
            <a:ext cx="4800600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State transition over time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Intervention effects and delayed responses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Cross-region interaction and spillover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Multi-step rollout under constraints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1920240" y="3794760"/>
            <a:ext cx="8412480" cy="1783080"/>
          </a:xfrm>
          <a:prstGeom prst="roundRect">
            <a:avLst>
              <a:gd fmla="val 4103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1920240" y="3794760"/>
            <a:ext cx="100584" cy="17830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2103120" y="3904488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World-model-ready formulation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9418320" y="3886200"/>
            <a:ext cx="658368" cy="310896"/>
          </a:xfrm>
          <a:prstGeom prst="roundRect">
            <a:avLst>
              <a:gd fmla="val 23529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9418320" y="391363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2103120" y="4215384"/>
            <a:ext cx="8092440" cy="127101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rm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State: regional latent state + infrastructure / demographic context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Action: medical reinforcement, housing reuse, compact-city policy, budget allocation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Transition: next-state evolution under shocks, demand shifts, and network effects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Readout: long-horizon scenario tree, policy value, explanation, and robust planning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640080" y="589788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Message for interview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2103120" y="5833872"/>
            <a:ext cx="9235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80"/>
              <a:buFont typeface="Arial"/>
              <a:buNone/>
            </a:pPr>
            <a:r>
              <a:rPr b="0" i="1" lang="en-US" sz="138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This prototype already exposes the right decomposition — data/state, scenario operator, explanation, decision, and audit. The next step is not a rewrite, but a dynamical extension.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9235440" y="6419088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Draft for interview discussion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2026-04-13T22:25:43Z</dcterms:created>
  <dc:creator>OpenAI</dc:creator>
</cp:coreProperties>
</file>